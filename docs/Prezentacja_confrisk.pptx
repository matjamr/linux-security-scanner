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Ryzyko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dev</c:v>
                  </c:pt>
                  <c:pt idx="1">
                    <c:v>production</c:v>
                  </c:pt>
                  <c:pt idx="2">
                    <c:v>crown-jewel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4.95</c:v>
                </c:pt>
                <c:pt idx="1">
                  <c:v>10.89</c:v>
                </c:pt>
                <c:pt idx="2">
                  <c:v>12.87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4F7FA"/>
        </a:solidFill>
        <a:ln>
          <a:noFill/>
        </a:ln>
        <a:effectLst/>
      </c:spPr>
    </c:plotArea>
    <c:plotVisOnly val="1"/>
    <c:dispBlanksAs val="span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6400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6400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Shape 3"/>
          <p:cNvSpPr/>
          <p:nvPr/>
        </p:nvSpPr>
        <p:spPr>
          <a:xfrm>
            <a:off x="11338560" y="6400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0" y="10972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Shape 5"/>
          <p:cNvSpPr/>
          <p:nvPr/>
        </p:nvSpPr>
        <p:spPr>
          <a:xfrm>
            <a:off x="10881360" y="10972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0" y="10972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— BEZPIECZEŃSTWO SYSTEMÓW INFORMATYCZNYCH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oceny ryzyka bezpieczeństwa z kontekstowym scoringiem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 konfiguracji Linux oraz zależności npm i Gradle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41248" y="4800600"/>
            <a:ext cx="38404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0.2.0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3 binarki   •   konfiguracja JSON   •   CI/CD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prezentacji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Motywacja i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4672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ataki na npm 2025; luka w klasycznym podejściu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67784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67784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3816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4623816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36464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 i założenia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23816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wymagania funkcjonalne i niefunkcjonalne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86928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86928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Shape 17"/>
          <p:cNvSpPr/>
          <p:nvPr/>
        </p:nvSpPr>
        <p:spPr>
          <a:xfrm>
            <a:off x="8442960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844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55608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Architektura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42960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moduły, biblioteka, binarki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ryzyka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4672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wzory, wagi, pasma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67784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67784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23816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2" name="Text 30"/>
          <p:cNvSpPr/>
          <p:nvPr/>
        </p:nvSpPr>
        <p:spPr>
          <a:xfrm>
            <a:off x="4623816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236464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Konfiguracja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23816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zmienna CONFRISK_CONFIG_DIR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186928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86928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7" name="Shape 35"/>
          <p:cNvSpPr/>
          <p:nvPr/>
        </p:nvSpPr>
        <p:spPr>
          <a:xfrm>
            <a:off x="8442960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8" name="Text 36"/>
          <p:cNvSpPr/>
          <p:nvPr/>
        </p:nvSpPr>
        <p:spPr>
          <a:xfrm>
            <a:off x="8442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055608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Skanery i wyniki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442960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npm, Gradle, kody wyjścia, testy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MOTYWACJA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Dlaczego confrisk? Ataki na npm w 2025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Największe ryzyko to dziś nie własny kod, lecz zaufane, automatycznie pobierane zależności.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317236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286000"/>
            <a:ext cx="82296" cy="251460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42316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Wrzesień 2025 — przejęcie konta „qix”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2926080"/>
            <a:ext cx="47503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→ złośliwe wersje chalk, debug, ansi-styles, strip-ansi, color-convert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(clipper) podmieniał adresy portfeli krypto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4224528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&gt;2 mld </a:t>
            </a:r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pobrań / tydzień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23076" y="2286000"/>
            <a:ext cx="5317236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23076" y="2286000"/>
            <a:ext cx="82296" cy="251460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13" name="Text 11"/>
          <p:cNvSpPr/>
          <p:nvPr/>
        </p:nvSpPr>
        <p:spPr>
          <a:xfrm>
            <a:off x="6615684" y="242316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Robak „Shai-Hulud”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15684" y="2926080"/>
            <a:ext cx="47503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Pierwszy samoreplikujący się robak w npm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Kradł sekrety: tokeny npm/GitHub, klucze do chmury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Propagacja: pakiet → sekret → kolejny pakiet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15684" y="4224528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setki </a:t>
            </a:r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zainfekowanych bibliotek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1234440"/>
          </a:xfrm>
          <a:prstGeom prst="rect">
            <a:avLst/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5029200"/>
            <a:ext cx="82296" cy="12344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57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Wniosek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54864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pochodzi z zależności (także tranzytywnych) → potrzebny skaner zależności i bariera blokująca podatne wersje przed wdrożeniem (commit / CI), z priorytetem zależnym od kontekstu.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Sama dotkliwość to za mało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82296" cy="40233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5740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Klasyczne skanery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6771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wynik dla podatności — niezależnie od środowiska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„HIGH” w devie i na produkcji znaczy to samo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prioretyzacji wg nakładu pracy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bez wyjaśnienia, jak powstał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28800"/>
            <a:ext cx="82296" cy="40233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643116" y="205740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43116" y="2606040"/>
            <a:ext cx="46771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zależne od kontekstu (zasób, ekspozycja)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sama podatność → różny wynik w dev / prod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Priorytet = ryzyko ÷ nakład naprawy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Objaśnialny scoring — pełny rozbiór obliczeń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 i założenia projektu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Kontekstowość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ryzyka zależny od krytyczności zasobu i poziomu ekspozycji, nie tylko od dotkliwości.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67784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2104" y="2057400"/>
            <a:ext cx="502920" cy="502920"/>
          </a:xfrm>
          <a:prstGeom prst="ellipse">
            <a:avLst/>
          </a:prstGeom>
          <a:solidFill>
            <a:srgbClr val="1D4E89"/>
          </a:solidFill>
          <a:ln/>
        </p:spPr>
      </p:sp>
      <p:sp>
        <p:nvSpPr>
          <p:cNvPr id="12" name="Text 10"/>
          <p:cNvSpPr/>
          <p:nvPr/>
        </p:nvSpPr>
        <p:spPr>
          <a:xfrm>
            <a:off x="4642104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42104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Sterowanie konfiguracją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2104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Nowe kontrole i reguły dodaje się przez pliki JSON — bez rekompilacji.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86928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1248" y="2057400"/>
            <a:ext cx="502920" cy="50292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7" name="Text 15"/>
          <p:cNvSpPr/>
          <p:nvPr/>
        </p:nvSpPr>
        <p:spPr>
          <a:xfrm>
            <a:off x="846124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1248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Objaśnialność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61248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wynik zawiera czytelny rozbiór, jak powstała ocena ryzyka.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11091672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297680"/>
            <a:ext cx="82296" cy="155448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Wymagania niefunkcjonalne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48920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Wydajność: skan rzędu setek ms, brak ciężkich zależności runtime 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Przenośność: samodzielne binarki Linux 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Rozszerzalność: nowy ekosystem = jeden trait 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Czytelne błędy konfiguracji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Biblioteka + trzy binarki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  (system Linux)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7784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50664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confrisk-npm  (zależności npm)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86928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69808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confrisk-gradle  (zależności Gradle)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 wspólny sterownik CLI   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24612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argumenty, render, kody wyjścia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52544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52544" y="324612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26864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Scanner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56448" y="324612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30768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+ lokalizacja konfiguracji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466344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ryzyka i priorytetu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52544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52544" y="466344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4626864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/ gradle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26864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 ekosystemów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156448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56448" y="466344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34" name="Text 32"/>
          <p:cNvSpPr/>
          <p:nvPr/>
        </p:nvSpPr>
        <p:spPr>
          <a:xfrm>
            <a:off x="8430768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 / report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430768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kontrole systemu, raport HTML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RYZYKA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Jak liczymy ryzyko i priorytet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1672" cy="1143000"/>
          </a:xfrm>
          <a:prstGeom prst="rect">
            <a:avLst/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99339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 severity × asset × exposure × confidence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 risk ÷ effort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Wagi dotkliwości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3108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8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waga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8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11480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Mnożniki kontekstu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3520440"/>
          <a:ext cx="47548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55448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crown-jewel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923544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Pasma ryzyka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235440" y="3520440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235440" y="3520440"/>
            <a:ext cx="109728" cy="47548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1"/>
          <p:cNvSpPr/>
          <p:nvPr/>
        </p:nvSpPr>
        <p:spPr>
          <a:xfrm>
            <a:off x="9436608" y="35204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0607040" y="3520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9.0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235440" y="4087368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235440" y="4087368"/>
            <a:ext cx="109728" cy="47548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9" name="Text 15"/>
          <p:cNvSpPr/>
          <p:nvPr/>
        </p:nvSpPr>
        <p:spPr>
          <a:xfrm>
            <a:off x="9436608" y="408736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10607040" y="408736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6.0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9235440" y="4654296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235440" y="4654296"/>
            <a:ext cx="109728" cy="475488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23" name="Text 19"/>
          <p:cNvSpPr/>
          <p:nvPr/>
        </p:nvSpPr>
        <p:spPr>
          <a:xfrm>
            <a:off x="9436608" y="465429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607040" y="465429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3.5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9235440" y="5221224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235440" y="5221224"/>
            <a:ext cx="109728" cy="4754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7" name="Text 23"/>
          <p:cNvSpPr/>
          <p:nvPr/>
        </p:nvSpPr>
        <p:spPr>
          <a:xfrm>
            <a:off x="9436608" y="522122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0607040" y="522122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1.5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PRZYKŁAD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 sama podatność, różne ryzyko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Podatność „logowanie roota po SSH”: severity High (8.0), exposure internet-facing (1.25), confidence 0.99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28600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286000"/>
            <a:ext cx="4050792" cy="4023360"/>
          </a:xfrm>
          <a:prstGeom prst="rect">
            <a:avLst/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0" y="2286000"/>
            <a:ext cx="82296" cy="4023360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9" name="Text 6"/>
          <p:cNvSpPr/>
          <p:nvPr/>
        </p:nvSpPr>
        <p:spPr>
          <a:xfrm>
            <a:off x="7909560" y="246888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Wnioski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909560" y="2971800"/>
            <a:ext cx="34107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→ 4.95 (medium): monitoruj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→ 10.89 (critical): napraw natychmiast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crown-jewel → 12.87 (critical): najwyższy priorytet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909560" y="5029200"/>
            <a:ext cx="341071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09560" y="5166360"/>
            <a:ext cx="3410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sam błąd — inny wpływ biznesowy zależnie od kontekstu.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KONFIGURACJA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Jedna zmienna: CONFRISK_CONFIG_DIR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Lokalizacja konfiguracji to jedno źródło prawdy. Ustawiona raz — respektowana przez wszystkie skanery.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31720"/>
            <a:ext cx="82296" cy="71323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45973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38658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--config &lt;PATH&gt;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7157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flaga CLI — walidacja ścisła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72968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172968"/>
            <a:ext cx="82296" cy="713232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2278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$CONFRISK_CONFIG_DIR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55701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zmienna środowiskowa — walidacja ścisła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14216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4014216"/>
            <a:ext cx="82296" cy="713232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142232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ścieżki standardowe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17320" y="439826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/etc/confrisk, ~/.config/confrisk, XDG…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855464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4855464"/>
            <a:ext cx="82296" cy="71323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4983480"/>
            <a:ext cx="457200" cy="45720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49103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./config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17320" y="5239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fałszywka deweloperska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772400" y="2331720"/>
            <a:ext cx="3867912" cy="3264408"/>
          </a:xfrm>
          <a:prstGeom prst="rect">
            <a:avLst/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046720" y="24688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Produkcja / CI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046720" y="2880360"/>
            <a:ext cx="33649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CONFRISK_CONFIG_DIR=\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/etc/confrisk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confrisk-npm    --fail-on high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--exit-code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confrisk-gradle --fail-on high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--exit-code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0" y="5715000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Pakiet .deb ustawia zmienną systemowo (/etc/profile.d).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npm i Gradle — wspólny kontrakt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82296" cy="40233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confrisk-npm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6771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Sprawdzenie package.json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Blocklista (ecosystem = npm)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--json → podatności CVE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Pakiety nieaktualne (&gt; 5)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Dopasowanie wersji: regex + wildcard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28800"/>
            <a:ext cx="82296" cy="402336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11" name="Text 9"/>
          <p:cNvSpPr/>
          <p:nvPr/>
        </p:nvSpPr>
        <p:spPr>
          <a:xfrm>
            <a:off x="6643116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confrisk-gradle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43116" y="2560320"/>
            <a:ext cx="46771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build.gradle i build.gradle.kts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prosty 'grupa:artefakt:wersja'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DSL: ("grupa:artefakt:wersja")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Notacja mapowa group/name/version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Blocklista (ecosystem = maven)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JAKOŚĆ KODU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Czysta separacja: trait + wspólny sterownik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17236" cy="3931920"/>
          </a:xfrm>
          <a:prstGeom prst="rect">
            <a:avLst/>
          </a:prstGeom>
          <a:solidFill>
            <a:srgbClr val="FBEAEA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1168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Przed refaktorem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46771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confrisk-npm.rs   ≈ 300 linii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confrisk-gradle.rs ≈ 300 linii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Zduplikowane: parsowanie argumentów,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 tekst/JSON, kody wyjścia.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23076" y="1828800"/>
            <a:ext cx="5317236" cy="3931920"/>
          </a:xfrm>
          <a:prstGeom prst="rect">
            <a:avLst/>
          </a:prstGeom>
          <a:solidFill>
            <a:srgbClr val="E8F6F1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43116" y="201168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 refaktorze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43116" y="2514600"/>
            <a:ext cx="46771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trait Scanner — jeden kontrakt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cli::run&lt;S&gt; — wspólny sterownik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 main()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run(ToolInfo::NPM, NpmScanner::new);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Każda binarka ≈ 13 linii.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Wyjście, integracja, kody CI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400800" cy="2651760"/>
          </a:xfrm>
          <a:prstGeom prst="rect">
            <a:avLst/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Wyjście tekstowe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┌──────────────────────────────────────────┐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confrisk-npm — NPM Security Scan         │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└──────────────────────────────────────────┘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Critical: 0  High: 0  Medium: 0  Low: 0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64008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47548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--format json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tablica obiektów: id, severity, risk, priority,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risk_band, remediation… — gotowe dla CI/CD.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0" y="1828800"/>
            <a:ext cx="4325112" cy="4069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0" y="1828800"/>
            <a:ext cx="82296" cy="4069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2011680"/>
            <a:ext cx="3776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Kody wyjścia (CI / git hooks)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35240" y="2514600"/>
            <a:ext cx="3685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--fail-on &lt;poziom&gt;  +  --exit-code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1, gdy istnieje niezaliczony wynik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ryzyku ≥ próg.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zatrzymuje build lub commit.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635240" y="516636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Integracje: GitHub Actions, GitLab CI, Jenkins, Husky.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 HTML — jak powstaje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71323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200253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19293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render() w report.rs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89888" y="22585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zbiera wyniki (ScoredFinding) i liczy podsumowanie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715768"/>
            <a:ext cx="82296" cy="713232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13" name="Shape 11"/>
          <p:cNvSpPr/>
          <p:nvPr/>
        </p:nvSpPr>
        <p:spPr>
          <a:xfrm>
            <a:off x="768096" y="2843784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89888" y="2770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Szablon HTML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389888" y="30998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wstrzyknięte do jednego pliku z wbudowanym CSS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557016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557016"/>
            <a:ext cx="82296" cy="71323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368503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89888" y="36118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Rozwijane sekcje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389888" y="39410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finding to &lt;details&gt;, sortowane po priorytecie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398264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398264"/>
            <a:ext cx="82296" cy="713232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25" name="Shape 23"/>
          <p:cNvSpPr/>
          <p:nvPr/>
        </p:nvSpPr>
        <p:spPr>
          <a:xfrm>
            <a:off x="768096" y="4526280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89888" y="4453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Zapis --out report.html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389888" y="47823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samodzielny plik, otwierany w przeglądarce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3492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plik, bez JS-frameworków i zależności — lekki i czytelny.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55080" y="1874520"/>
            <a:ext cx="5285232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55080" y="1874520"/>
            <a:ext cx="5285232" cy="310896"/>
          </a:xfrm>
          <a:prstGeom prst="rect">
            <a:avLst/>
          </a:prstGeom>
          <a:solidFill>
            <a:srgbClr val="F0F1F3"/>
          </a:solidFill>
          <a:ln/>
        </p:spPr>
      </p:sp>
      <p:sp>
        <p:nvSpPr>
          <p:cNvPr id="32" name="Shape 30"/>
          <p:cNvSpPr/>
          <p:nvPr/>
        </p:nvSpPr>
        <p:spPr>
          <a:xfrm>
            <a:off x="6519672" y="1965960"/>
            <a:ext cx="118872" cy="118872"/>
          </a:xfrm>
          <a:prstGeom prst="ellipse">
            <a:avLst/>
          </a:prstGeom>
          <a:solidFill>
            <a:srgbClr val="E5554E"/>
          </a:solidFill>
          <a:ln/>
        </p:spPr>
      </p:sp>
      <p:sp>
        <p:nvSpPr>
          <p:cNvPr id="33" name="Shape 31"/>
          <p:cNvSpPr/>
          <p:nvPr/>
        </p:nvSpPr>
        <p:spPr>
          <a:xfrm>
            <a:off x="6739128" y="1965960"/>
            <a:ext cx="118872" cy="118872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4" name="Shape 32"/>
          <p:cNvSpPr/>
          <p:nvPr/>
        </p:nvSpPr>
        <p:spPr>
          <a:xfrm>
            <a:off x="6958584" y="1965960"/>
            <a:ext cx="118872" cy="118872"/>
          </a:xfrm>
          <a:prstGeom prst="ellipse">
            <a:avLst/>
          </a:prstGeom>
          <a:solidFill>
            <a:srgbClr val="5BB16A"/>
          </a:solidFill>
          <a:ln/>
        </p:spPr>
      </p:sp>
      <p:sp>
        <p:nvSpPr>
          <p:cNvPr id="35" name="Text 33"/>
          <p:cNvSpPr/>
          <p:nvPr/>
        </p:nvSpPr>
        <p:spPr>
          <a:xfrm>
            <a:off x="7269480" y="1892808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report.html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47688" y="2331720"/>
            <a:ext cx="4736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4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 bezpieczeństwa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47688" y="26517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macbook · profil production · kontroli 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647688" y="2971800"/>
            <a:ext cx="4700016" cy="868680"/>
          </a:xfrm>
          <a:prstGeom prst="rect">
            <a:avLst/>
          </a:prstGeom>
          <a:solidFill>
            <a:srgbClr val="F7F8F9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12280" y="3118104"/>
            <a:ext cx="128016" cy="128016"/>
          </a:xfrm>
          <a:prstGeom prst="ellipse">
            <a:avLst/>
          </a:prstGeom>
          <a:solidFill>
            <a:srgbClr val="946800"/>
          </a:solidFill>
          <a:ln/>
        </p:spPr>
      </p:sp>
      <p:sp>
        <p:nvSpPr>
          <p:cNvPr id="40" name="Text 38"/>
          <p:cNvSpPr/>
          <p:nvPr/>
        </p:nvSpPr>
        <p:spPr>
          <a:xfrm>
            <a:off x="7031736" y="30358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poprawy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812280" y="3355848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</a:t>
            </a:r>
            <a:pPr indent="0" marL="0">
              <a:buNone/>
            </a:pPr>
            <a:r>
              <a:rPr lang="en-US" sz="115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kryt.   </a:t>
            </a:r>
            <a:pPr indent="0" marL="0">
              <a:buNone/>
            </a:pPr>
            <a:r>
              <a:rPr lang="en-US" sz="1150" b="1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pPr indent="0" marL="0">
              <a:buNone/>
            </a:pPr>
            <a:r>
              <a:rPr lang="en-US" sz="115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wys.   </a:t>
            </a:r>
            <a:pPr indent="0" marL="0">
              <a:buNone/>
            </a:pPr>
            <a:r>
              <a:rPr lang="en-US" sz="1150" b="1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pPr indent="0" marL="0">
              <a:buNone/>
            </a:pPr>
            <a:r>
              <a:rPr lang="en-US" sz="115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śr.   </a:t>
            </a:r>
            <a:pPr indent="0" marL="0">
              <a:buNone/>
            </a:pPr>
            <a:r>
              <a:rPr lang="en-US" sz="1150" b="1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</a:t>
            </a:r>
            <a:pPr indent="0" marL="0">
              <a:buNone/>
            </a:pPr>
            <a:r>
              <a:rPr lang="en-US" sz="115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647688" y="4069080"/>
            <a:ext cx="47000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39128" y="4069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031736" y="4233672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DF0E6"/>
          </a:solidFill>
          <a:ln/>
        </p:spPr>
      </p:sp>
      <p:sp>
        <p:nvSpPr>
          <p:cNvPr id="45" name="Text 43"/>
          <p:cNvSpPr/>
          <p:nvPr/>
        </p:nvSpPr>
        <p:spPr>
          <a:xfrm>
            <a:off x="7031736" y="42153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Wysokie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019288" y="4069080"/>
            <a:ext cx="3090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root login permitted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647688" y="4727448"/>
            <a:ext cx="4700016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739128" y="472744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031736" y="4846320"/>
            <a:ext cx="868680" cy="219456"/>
          </a:xfrm>
          <a:prstGeom prst="roundRect">
            <a:avLst>
              <a:gd name="adj" fmla="val 20833"/>
            </a:avLst>
          </a:prstGeom>
          <a:solidFill>
            <a:srgbClr val="E7F3E8"/>
          </a:solidFill>
          <a:ln/>
        </p:spPr>
      </p:sp>
      <p:sp>
        <p:nvSpPr>
          <p:cNvPr id="50" name="Text 48"/>
          <p:cNvSpPr/>
          <p:nvPr/>
        </p:nvSpPr>
        <p:spPr>
          <a:xfrm>
            <a:off x="7031736" y="482803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Zaliczone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019288" y="4727448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file permissions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— zobacz, jak to działa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040880" cy="3959352"/>
          </a:xfrm>
          <a:prstGeom prst="rect">
            <a:avLst/>
          </a:prstGeom>
          <a:solidFill>
            <a:srgbClr val="10243A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7040880" cy="310896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920240"/>
            <a:ext cx="128016" cy="128016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8" name="Shape 6"/>
          <p:cNvSpPr/>
          <p:nvPr/>
        </p:nvSpPr>
        <p:spPr>
          <a:xfrm>
            <a:off x="969264" y="1920240"/>
            <a:ext cx="128016" cy="128016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1920240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18470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 — demo.mp4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02152" y="3396996"/>
            <a:ext cx="1133856" cy="1133856"/>
          </a:xfrm>
          <a:prstGeom prst="ellipse">
            <a:avLst/>
          </a:prstGeom>
          <a:solidFill>
            <a:srgbClr val="00A896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3415284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22960" y="4604004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Miejsce na film demo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951476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PowerPoint: Wstaw → Wideo (lub przeciągnij plik .mp4 na ten obszar)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0" y="1828800"/>
            <a:ext cx="3867912" cy="3959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0" y="1828800"/>
            <a:ext cx="82296" cy="395935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8065008" y="1993392"/>
            <a:ext cx="3319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 pokazuje demo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065008" y="2468880"/>
            <a:ext cx="330098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 projektu: confrisk-npm --path 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Wykrycie pakietu z blocklisty i npm audit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--fail-on high --exit-code blokuje commit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 JSON w pipeline CI/CD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sam skan, różne profile --asset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065008" y="5074920"/>
            <a:ext cx="3282696" cy="0"/>
          </a:xfrm>
          <a:prstGeom prst="line">
            <a:avLst/>
          </a:prstGeom>
          <a:noFill/>
          <a:ln w="12700">
            <a:solidFill>
              <a:srgbClr val="D9E1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65008" y="5193792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nagrania:  ________________________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JAKOŚĆ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Testy i decyzje projektowe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Testy jednostkowe resolvera konfiguracji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8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sprawdza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8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explicit_flag_wins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flaga --config ma priorytet i jest użyta wprost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invalid_explicit_flag_errors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błędny --config kończy się czytelnym błędem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marker_detection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akceptowany tylko katalog z plikiem-markerem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60520"/>
            <a:ext cx="5362956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60520"/>
            <a:ext cx="82296" cy="8229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4270248"/>
            <a:ext cx="49057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Trait + generyczny sterownik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4617720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eliminacja duplikacji między binarkami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77356" y="4160520"/>
            <a:ext cx="5362956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77356" y="4160520"/>
            <a:ext cx="82296" cy="82296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13" name="Text 10"/>
          <p:cNvSpPr/>
          <p:nvPr/>
        </p:nvSpPr>
        <p:spPr>
          <a:xfrm>
            <a:off x="6551676" y="4270248"/>
            <a:ext cx="49057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Konfiguracja sterowana JSON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551676" y="4617720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nowe kontrole bez zmian w kodzie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5120640"/>
            <a:ext cx="5362956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5120640"/>
            <a:ext cx="82296" cy="8229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5230368"/>
            <a:ext cx="49057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Walidacja ścisła + sondowanie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5577840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błędna konfiguracja widoczna od razu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77356" y="5120640"/>
            <a:ext cx="5362956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2A43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277356" y="5120640"/>
            <a:ext cx="82296" cy="822960"/>
          </a:xfrm>
          <a:prstGeom prst="rect">
            <a:avLst/>
          </a:prstGeom>
          <a:solidFill>
            <a:srgbClr val="1D4E89"/>
          </a:solidFill>
          <a:ln/>
        </p:spPr>
      </p:sp>
      <p:sp>
        <p:nvSpPr>
          <p:cNvPr id="21" name="Text 18"/>
          <p:cNvSpPr/>
          <p:nvPr/>
        </p:nvSpPr>
        <p:spPr>
          <a:xfrm>
            <a:off x="6551676" y="5230368"/>
            <a:ext cx="49057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Typowane enumy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51676" y="5577840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OutputFormat, FailLevel — zamiast stringów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85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PODSUMOWANIE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Wnioski i kierunki rozwoju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148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76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Kontekstowość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651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zależne od zasobu i ekspozycji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148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</p:sp>
      <p:sp>
        <p:nvSpPr>
          <p:cNvPr id="10" name="Shape 8"/>
          <p:cNvSpPr/>
          <p:nvPr/>
        </p:nvSpPr>
        <p:spPr>
          <a:xfrm>
            <a:off x="6277356" y="2148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551676" y="2276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Sterowanie konfiguracją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80276" y="2651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nowe reguły przez JSON, bez rekompilacji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291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3291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419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Spójna lokalizacja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794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zmienna środowiskowa + fallbacki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7356" y="3291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</p:sp>
      <p:sp>
        <p:nvSpPr>
          <p:cNvPr id="18" name="Shape 16"/>
          <p:cNvSpPr/>
          <p:nvPr/>
        </p:nvSpPr>
        <p:spPr>
          <a:xfrm>
            <a:off x="6277356" y="3291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6551676" y="3419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Czysta separacja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80276" y="3794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Scanner i wspólny sterownik CLI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4754880"/>
            <a:ext cx="1054303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Dalszy rozwój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2578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Kolejne skanery (pip, gem, cargo, Maven)  •  format SARIF (GitHub Security)  •  pulpit webowy z agregacją wyników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6035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 — Dziękuję za uwagę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confrisk — prezentacja</dc:title>
  <dc:subject>PptxGenJS Presentation</dc:subject>
  <dc:creator>confrisk</dc:creator>
  <cp:lastModifiedBy>confrisk</cp:lastModifiedBy>
  <cp:revision>1</cp:revision>
  <dcterms:created xsi:type="dcterms:W3CDTF">2026-06-09T20:20:49Z</dcterms:created>
  <dcterms:modified xsi:type="dcterms:W3CDTF">2026-06-09T20:20:49Z</dcterms:modified>
</cp:coreProperties>
</file>