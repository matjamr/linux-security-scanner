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Ryzyko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dev</c:v>
                  </c:pt>
                  <c:pt idx="1">
                    <c:v>production</c:v>
                  </c:pt>
                  <c:pt idx="2">
                    <c:v>crown-jewel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4.95</c:v>
                </c:pt>
                <c:pt idx="1">
                  <c:v>10.89</c:v>
                </c:pt>
                <c:pt idx="2">
                  <c:v>12.87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640080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0972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1097280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10972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— BEZPIECZEŃSTWO SYSTEMÓW INFORMATYCZNYCH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confrisk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oceny ryzyka bezpieczeństwa z kontekstowym scoringiem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Skanery konfiguracji Linux oraz zależności npm i Gradle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4800600"/>
            <a:ext cx="3840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0.2.0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3 binarki   •   konfiguracja JSON   •   CI/CD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prezentacji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148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Motywacja i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ataki na npm 2025; luka w klasycznym podejściu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7784" y="187452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7784" y="187452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3816" y="2148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62381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6464" y="214884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 i założenia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23816" y="274320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 funkcjonalne i niefunkcjonalne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6928" y="187452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6928" y="187452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2960" y="2148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44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5608" y="214884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42960" y="274320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moduły, biblioteka, binarki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977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25196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ryzyka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484632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wzory, wagi, pasma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67784" y="397764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7784" y="3977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Shape 29"/>
          <p:cNvSpPr/>
          <p:nvPr/>
        </p:nvSpPr>
        <p:spPr>
          <a:xfrm>
            <a:off x="4623816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62381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6464" y="425196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Konfiguracja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23816" y="484632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CONFRISK_CONFIG_DIR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186928" y="3977640"/>
            <a:ext cx="345338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86928" y="3977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844296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844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55608" y="4251960"/>
            <a:ext cx="2447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Skanery i wyniki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442960" y="484632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npm, Gradle, kody wyjścia, testy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MOTYWACJA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Dlaczego confrisk? Ataki na npm w 2025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ryzyko to dziś nie własny kod, lecz zaufane, automatycznie pobierane zależności.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17236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82296" cy="2514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42316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Wrzesień 2025 — przejęcie konta „qix”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47503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→ złośliwe wersje chalk, debug, ansi-styles, strip-ansi, color-convert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(clipper) podmieniał adresy portfeli krypto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22452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&gt;2 mld 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pobrań / tydzień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23076" y="2286000"/>
            <a:ext cx="5317236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2286000"/>
            <a:ext cx="82296" cy="251460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3" name="Text 11"/>
          <p:cNvSpPr/>
          <p:nvPr/>
        </p:nvSpPr>
        <p:spPr>
          <a:xfrm>
            <a:off x="6615684" y="242316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Robak „Shai-Hulud”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5684" y="2926080"/>
            <a:ext cx="47503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samoreplikujący się robak w npm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Kradł sekrety: tokeny npm/GitHub, klucze do chmury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Propagacja: pakiet → sekret → kolejny pakiet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5684" y="422452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setki 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zainfekowanych bibliotek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91672" cy="123444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29200"/>
            <a:ext cx="82296" cy="1234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57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Wniosek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pochodzi z zależności (także tranzytywnych) → potrzebny skaner zależności i bariera blokująca podatne wersje przed wdrożeniem (commit / CI), z priorytetem zależnym od kontekstu.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Sama dotkliwość to za mało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7236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4023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Klasyczne skanery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wynik dla podatności — niezależnie od środowiska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„HIGH” w devie i na produkcji znaczy to samo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prioretyzacji wg nakładu pracy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bez wyjaśnienia, jak powstał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3076" y="1828800"/>
            <a:ext cx="5317236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3076" y="1828800"/>
            <a:ext cx="82296" cy="4023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5740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confrisk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43116" y="2606040"/>
            <a:ext cx="46771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zależne od kontekstu (zasób, ekspozycja)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podatność → różny wynik w dev / prod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= ryzyko ÷ nakład naprawy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Objaśnialny scoring — pełny rozbiór obliczeń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 i założenia projektu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5338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Kontekstowość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ryzyka zależny od krytyczności zasobu i poziomu ekspozycji, nie tylko od dotkliwości.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7784" y="1828800"/>
            <a:ext cx="345338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2104" y="2057400"/>
            <a:ext cx="502920" cy="502920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2" name="Text 10"/>
          <p:cNvSpPr/>
          <p:nvPr/>
        </p:nvSpPr>
        <p:spPr>
          <a:xfrm>
            <a:off x="464210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2104" y="26974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Sterowanie konfiguracją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2104" y="31546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kontrole i reguły dodaje się przez pliki JSON — bez rekompilacji.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6928" y="1828800"/>
            <a:ext cx="345338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1248" y="2057400"/>
            <a:ext cx="502920" cy="5029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7" name="Text 15"/>
          <p:cNvSpPr/>
          <p:nvPr/>
        </p:nvSpPr>
        <p:spPr>
          <a:xfrm>
            <a:off x="84612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1248" y="26974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Objaśnialność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1248" y="31546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wynik zawiera czytelny rozbiór, jak powstała ocena ryzyka.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97680"/>
            <a:ext cx="82296" cy="155448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Wymagania niefunkcjonalne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Wydajność: skan rzędu setek ms, brak ciężkich zależności runtime 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Przenośność: samodzielne binarki Linux 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Rozszerzalność: nowy ekosystem = jeden trait  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Czytelne błędy konfiguracji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Biblioteka + trzy binarki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3384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3087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confrisk  (system Linux)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7784" y="1783080"/>
            <a:ext cx="3453384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0664" y="1783080"/>
            <a:ext cx="3087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confrisk-npm  (zależności npm)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6928" y="1783080"/>
            <a:ext cx="3453384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9808" y="1783080"/>
            <a:ext cx="3087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confrisk-gradle  (zależności Gradle)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 wspólny sterownik CLI   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82296" cy="1143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1071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1304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argumenty, render, kody wyjścia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52544" y="324612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3246120"/>
            <a:ext cx="82296" cy="114300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341071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26864" y="381304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Scanner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6448" y="324612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56448" y="3246120"/>
            <a:ext cx="82296" cy="1143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341071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30768" y="381304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lokalizacja konfiguracji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663440"/>
            <a:ext cx="82296" cy="114300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280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23036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ryzyka i priorytetu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52544" y="466344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2544" y="4663440"/>
            <a:ext cx="82296" cy="1143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48280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/ gradle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26864" y="523036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skanery ekosystemów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56448" y="4663440"/>
            <a:ext cx="3483864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56448" y="4663440"/>
            <a:ext cx="82296" cy="114300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34" name="Text 32"/>
          <p:cNvSpPr/>
          <p:nvPr/>
        </p:nvSpPr>
        <p:spPr>
          <a:xfrm>
            <a:off x="8430768" y="48280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/ report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30768" y="5230368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kontrole systemu, raport HTML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RYZYKA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liczymy ryzyko i priorytet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1430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severity × asset × exposure × confidence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3230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risk ÷ effort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Wagi dotkliwości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3108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8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Mnożniki kontekstu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352044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55448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crown-jewel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92354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Pasma ryzyka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235440" y="3520440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35440" y="3520440"/>
            <a:ext cx="109728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1"/>
          <p:cNvSpPr/>
          <p:nvPr/>
        </p:nvSpPr>
        <p:spPr>
          <a:xfrm>
            <a:off x="9436608" y="35204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607040" y="3520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9.0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235440" y="4087368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235440" y="4087368"/>
            <a:ext cx="109728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4087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607040" y="40873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6.0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235440" y="4654296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235440" y="4654296"/>
            <a:ext cx="109728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3" name="Text 19"/>
          <p:cNvSpPr/>
          <p:nvPr/>
        </p:nvSpPr>
        <p:spPr>
          <a:xfrm>
            <a:off x="9436608" y="46542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607040" y="46542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3.5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235440" y="5221224"/>
            <a:ext cx="23774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35440" y="5221224"/>
            <a:ext cx="109728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9436608" y="522122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607040" y="52212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1.5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 sama podatność, różne ryzyko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Podatność „logowanie roota po SSH”: severity High (8.0), exposure internet-facing (1.25), confidence 0.99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286000"/>
            <a:ext cx="4050792" cy="402336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2286000"/>
            <a:ext cx="82296" cy="40233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46888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Wnioski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09560" y="2971800"/>
            <a:ext cx="3410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4.95 (medium): monitoruj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→ 10.89 (critical): napraw natychmiast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crown-jewel → 12.87 (critical): najwyższy priorytet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09560" y="5029200"/>
            <a:ext cx="341071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516636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błąd — inny wpływ biznesowy zależnie od kontekstu.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Jedna zmienna: CONFRISK_CONFIG_DIR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konfiguracji to jedno źródło prawdy. Ustawiona raz — respektowana przez wszystkie skanery.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9494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82296" cy="7132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4597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386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--config &lt;PATH&gt;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flaga CLI — walidacja ścisła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69494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72968"/>
            <a:ext cx="82296" cy="713232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300984"/>
            <a:ext cx="457200" cy="457200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227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$CONFRISK_CONFIG_DIR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570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środowiskowa — walidacja ścisła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69494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14216"/>
            <a:ext cx="82296" cy="713232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ścieżki standardowe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3982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/etc/confrisk, ~/.config/confrisk, XDG…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55464"/>
            <a:ext cx="69494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855464"/>
            <a:ext cx="82296" cy="7132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./config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239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fałszywka deweloperska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0" y="2331720"/>
            <a:ext cx="3867912" cy="3264408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24688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Produkcja / CI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0" y="2880360"/>
            <a:ext cx="33649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CONFRISK_CONFIG_DIR=\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/etc/confrisk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confrisk-npm    --fail-on high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--exit-code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confrisk-gradle --fail-on high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--exit-code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0" y="5715000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 .deb ustawia zmienną systemowo (/etc/profile.d).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npm i Gradle — wspólny kontrakt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7236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4023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confrisk-npm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6771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Sprawdzenie package.json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Blocklista (ecosystem = npm)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--json → podatności CVE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Pakiety nieaktualne (&gt; 5)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Dopasowanie wersji: regex + wildcard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3076" y="1828800"/>
            <a:ext cx="5317236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3076" y="1828800"/>
            <a:ext cx="82296" cy="402336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confrisk-gradle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43116" y="2560320"/>
            <a:ext cx="46771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build.gradle i build.gradle.kts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prosty 'grupa:artefakt:wersja'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DSL: ("grupa:artefakt:wersja")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Notacja mapowa group/name/version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Blocklista (ecosystem = maven)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KODU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Czysta separacja: trait + wspólny sterownik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17236" cy="3931920"/>
          </a:xfrm>
          <a:prstGeom prst="rect">
            <a:avLst/>
          </a:prstGeom>
          <a:solidFill>
            <a:srgbClr val="FBEAEA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Przed refaktorem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confrisk-npm.rs   ≈ 300 linii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confrisk-gradle.rs ≈ 300 linii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Zduplikowane: parsowanie argumentów,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tekst/JSON, kody wyjścia.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1828800"/>
            <a:ext cx="5317236" cy="3931920"/>
          </a:xfrm>
          <a:prstGeom prst="rect">
            <a:avLst/>
          </a:prstGeom>
          <a:solidFill>
            <a:srgbClr val="E8F6F1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3116" y="201168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refaktorze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43116" y="251460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 Scanner — jeden kontrakt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cli::run&lt;S&gt; — wspólny sterownik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main()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run(ToolInfo::NPM, NpmScanner::new);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Każda binarka ≈ 13 linii.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Wyjście, integracja, kody CI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265176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Wyjście tekstowe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confrisk-npm — NPM Security Scan         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Critical: 0  High: 0  Medium: 0  Low: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6400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7548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--format json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tablica obiektów: id, severity, risk, priority,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risk_band, remediation… — gotowe dla CI/CD.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432511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1828800"/>
            <a:ext cx="82296" cy="4069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01168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Kody wyjścia (CI / git hooks)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5240" y="2514600"/>
            <a:ext cx="3685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--fail-on &lt;poziom&gt;  +  --exit-code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1, gdy istnieje niezaliczony wynik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ryzyku ≥ próg.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zatrzymuje build lub commit.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5166360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Integracje: GitHub Actions, GitLab CI, Jenkins, Husky.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zobacz, jak to działa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040880" cy="3959352"/>
          </a:xfrm>
          <a:prstGeom prst="rect">
            <a:avLst/>
          </a:prstGeom>
          <a:solidFill>
            <a:srgbClr val="10243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040880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920240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19202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847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confrisk — demo.mp4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3396996"/>
            <a:ext cx="1133856" cy="1133856"/>
          </a:xfrm>
          <a:prstGeom prst="ellipse">
            <a:avLst/>
          </a:prstGeom>
          <a:solidFill>
            <a:srgbClr val="00A896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415284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" y="46040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Miejsce na film demo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9514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Wstaw → Wideo (lub przeciągnij plik .mp4 na ten obszar)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67912" cy="3959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0" y="1828800"/>
            <a:ext cx="82296" cy="39593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1993392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pokazuje demo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65008" y="2468880"/>
            <a:ext cx="3300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 projektu: confrisk-npm --path 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Wykrycie pakietu z blocklisty i npm audit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--fail-on high --exit-code blokuje commit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JSON w pipeline CI/CD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skan, różne profile --asset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65008" y="5074920"/>
            <a:ext cx="3282696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519379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nagrania:  ________________________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420624"/>
          </a:xfrm>
          <a:prstGeom prst="roundRect">
            <a:avLst>
              <a:gd name="adj" fmla="val 27273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i decyzje projektowe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Testy jednostkowe resolvera konfiguracji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sprawdza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explicit_flag_wins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flaga --config ma priorytet i jest użyta wprost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invalid_explicit_flag_errors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błędny --config kończy się czytelnym błędem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marker_detection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akceptowany tylko katalog z plikiem-markerem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5362956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160520"/>
            <a:ext cx="82296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27024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 + generyczny sterownik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eliminacja duplikacji między binarkami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7356" y="4160520"/>
            <a:ext cx="5362956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77356" y="4160520"/>
            <a:ext cx="82296" cy="82296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3" name="Text 10"/>
          <p:cNvSpPr/>
          <p:nvPr/>
        </p:nvSpPr>
        <p:spPr>
          <a:xfrm>
            <a:off x="6551676" y="427024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Konfiguracja sterowana JSON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51676" y="461772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kontrole bez zmian w kodzie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120640"/>
            <a:ext cx="5362956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5120640"/>
            <a:ext cx="82296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23036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Walidacja ścisła + sondowanie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557784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błędna konfiguracja widoczna od razu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77356" y="5120640"/>
            <a:ext cx="5362956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F2A43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77356" y="5120640"/>
            <a:ext cx="82296" cy="822960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21" name="Text 18"/>
          <p:cNvSpPr/>
          <p:nvPr/>
        </p:nvSpPr>
        <p:spPr>
          <a:xfrm>
            <a:off x="6551676" y="5230368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Typowane enumy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51676" y="557784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OutputFormat, FailLevel — zamiast stringów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Wnioski i kierunki rozwoju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88636" cy="960120"/>
          </a:xfrm>
          <a:prstGeom prst="rect">
            <a:avLst/>
          </a:prstGeom>
          <a:solidFill>
            <a:srgbClr val="16395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82296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7685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Kontekstowość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6517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zależne od zasobu i ekspozycji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2148840"/>
            <a:ext cx="5088636" cy="960120"/>
          </a:xfrm>
          <a:prstGeom prst="rect">
            <a:avLst/>
          </a:prstGeom>
          <a:solidFill>
            <a:srgbClr val="1639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77356" y="2148840"/>
            <a:ext cx="82296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27685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Sterowanie konfiguracją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80276" y="26517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reguły przez JSON, bez rekompilacji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5088636" cy="960120"/>
          </a:xfrm>
          <a:prstGeom prst="rect">
            <a:avLst/>
          </a:prstGeom>
          <a:solidFill>
            <a:srgbClr val="1639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291840"/>
            <a:ext cx="82296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1985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Spójna lokalizacja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7947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zmienna środowiskowa + fallbacki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7356" y="3291840"/>
            <a:ext cx="5088636" cy="960120"/>
          </a:xfrm>
          <a:prstGeom prst="rect">
            <a:avLst/>
          </a:prstGeom>
          <a:solidFill>
            <a:srgbClr val="16395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77356" y="3291840"/>
            <a:ext cx="82296" cy="960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551676" y="3419856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Czysta separacja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0276" y="37947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Scanner i wspólny sterownik CLI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754880"/>
            <a:ext cx="1054303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Dalszy rozwój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Kolejne skanery (pip, gem, cargo, Maven)  •  format SARIF (GitHub Security)  •  pulpit webowy z agregacją wyników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confrisk — Dziękuję za uwagę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confrisk — prezentacja</dc:title>
  <dc:subject>PptxGenJS Presentation</dc:subject>
  <dc:creator>confrisk</dc:creator>
  <cp:lastModifiedBy>confrisk</cp:lastModifiedBy>
  <cp:revision>1</cp:revision>
  <dcterms:created xsi:type="dcterms:W3CDTF">2026-06-09T19:41:33Z</dcterms:created>
  <dcterms:modified xsi:type="dcterms:W3CDTF">2026-06-09T19:41:33Z</dcterms:modified>
</cp:coreProperties>
</file>