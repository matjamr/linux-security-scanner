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>
        <p:scale>
          <a:sx n="120" d="100"/>
          <a:sy n="120" d="100"/>
        </p:scale>
        <p:origin x="8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Ryzyko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FCA-864F-B267-8ACC4555E4F7}"/>
              </c:ext>
            </c:extLst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FCA-864F-B267-8ACC4555E4F7}"/>
              </c:ext>
            </c:extLst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FCA-864F-B267-8ACC4555E4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dev</c:v>
                </c:pt>
                <c:pt idx="1">
                  <c:v>production</c:v>
                </c:pt>
                <c:pt idx="2">
                  <c:v>crown-jewel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4.95</c:v>
                </c:pt>
                <c:pt idx="1">
                  <c:v>10.89</c:v>
                </c:pt>
                <c:pt idx="2">
                  <c:v>12.87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CA-864F-B267-8ACC4555E4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4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6812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104241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10881360" y="6400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11338560" y="6400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104241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0881360" y="1097280"/>
            <a:ext cx="164592" cy="164592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11338560" y="1097280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— BEZPIECZEŃSTWO SYSTEMÓW INFORMATYCZNYCH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oceny ryzyka bezpieczeństwa z kontekstowym scoringiem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konfiguracji Linux oraz zależności npm i Gradle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1248" y="4800600"/>
            <a:ext cx="38404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0.2.0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3 binarki   •   konfiguracja JSON   •   CI/CD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prezentacji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Motywacja i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ataki na npm 2025; luka w klasycznym podejściu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67784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367784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4623816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62381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36464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23816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wymagania funkcjonalne i niefunkcjonalne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86928" y="187452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8186928" y="187452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8442960" y="214884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844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55608" y="214884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Architektura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42960" y="274320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moduły, biblioteka, binarki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804672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804672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ryzyka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4672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wzory, wagi, pasma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67784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 dirty="0"/>
          </a:p>
        </p:txBody>
      </p:sp>
      <p:sp>
        <p:nvSpPr>
          <p:cNvPr id="30" name="Shape 28"/>
          <p:cNvSpPr/>
          <p:nvPr/>
        </p:nvSpPr>
        <p:spPr>
          <a:xfrm>
            <a:off x="4367784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Shape 29"/>
          <p:cNvSpPr/>
          <p:nvPr/>
        </p:nvSpPr>
        <p:spPr>
          <a:xfrm>
            <a:off x="4623816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4623816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36464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Konfiguracja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23816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Co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gdzie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 jak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186928" y="3977640"/>
            <a:ext cx="3453384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6" name="Shape 34"/>
          <p:cNvSpPr/>
          <p:nvPr/>
        </p:nvSpPr>
        <p:spPr>
          <a:xfrm>
            <a:off x="8186928" y="397764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7" name="Shape 35"/>
          <p:cNvSpPr/>
          <p:nvPr/>
        </p:nvSpPr>
        <p:spPr>
          <a:xfrm>
            <a:off x="8442960" y="42519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8" name="Text 36"/>
          <p:cNvSpPr/>
          <p:nvPr/>
        </p:nvSpPr>
        <p:spPr>
          <a:xfrm>
            <a:off x="844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055608" y="4251960"/>
            <a:ext cx="244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Skanery i wyniki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442960" y="484632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kody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wyjścia, testy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MOTYWACJA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Dlaczego confrisk? Ataki na npm w 2025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Największe ryzyko to dziś nie własny kod, lecz zaufane, automatycznie pobierane zależności.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2296" cy="2514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Wrzesień 2025 — przejęcie konta „qix”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→ złośliwe wersje chalk, debug, ansi-styles, strip-ansi, color-convert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(clipper) podmieniał adresy portfeli krypto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&gt;2 </a:t>
            </a:r>
            <a:r>
              <a:rPr lang="en-US" sz="1800" b="1" dirty="0" err="1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mld</a:t>
            </a:r>
            <a:r>
              <a:rPr lang="en-US" sz="1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</a:t>
            </a:r>
            <a:r>
              <a:rPr lang="en-US" sz="1800" dirty="0" err="1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pobrań</a:t>
            </a: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tydzień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23076" y="2286000"/>
            <a:ext cx="5317236" cy="2514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6323076" y="2286000"/>
            <a:ext cx="82296" cy="25146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615684" y="242316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Robak „Shai-Hulud”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15684" y="2926080"/>
            <a:ext cx="47503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Pierwszy samoreplikujący się robak w npm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Kradł sekrety: tokeny npm/GitHub, klucze do chmury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Propagacja: pakiet → sekret → kolejny pakiet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15684" y="422452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4E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setki </a:t>
            </a:r>
            <a:r>
              <a:rPr lang="en-US" sz="18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zainfekowanych bibliotek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123444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82296" cy="12344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868680" y="5157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Wniosek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54864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pochodzi z zależności (także tranzytywnych) → potrzebny skaner zależności i bariera blokująca podatne wersje przed wdrożeniem (commit / CI), z priorytetem zależnym od kontekstu.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Sama dotkliwość to za mało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Klasyczne skanery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wynik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podatności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niezależnie od środowiska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„HIGH” w devie i na produkcji znaczy to samo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prioretyzacji wg nakładu pracy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bez wyjaśnienia, jak powstał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643116" y="205740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43116" y="2606040"/>
            <a:ext cx="46771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kontekstu (zasób, ekspozycja)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sama podatność → różny wynik w dev / prod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Priorytet = ryzyko ÷ nakład naprawy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Objaśnialny scoring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pełny rozbiór obliczeń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i założenia projektu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Kontekstowość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ryzyka zależny od krytyczności zasobu i poziomu ekspozycji, nie tylko od dotkliwości.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7784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4642104" y="2057400"/>
            <a:ext cx="502920" cy="50292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4642104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2104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Sterowanie konfiguracją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2104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kontrole i reguły dodaje się przez pliki JSON — bez rekompilacji.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86928" y="1828800"/>
            <a:ext cx="3453384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Shape 14"/>
          <p:cNvSpPr/>
          <p:nvPr/>
        </p:nvSpPr>
        <p:spPr>
          <a:xfrm>
            <a:off x="8461248" y="2057400"/>
            <a:ext cx="502920" cy="502920"/>
          </a:xfrm>
          <a:prstGeom prst="ellipse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846124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1248" y="269748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Objaśnialność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61248" y="3154680"/>
            <a:ext cx="2950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wynik zawiera czytelny rozbiór, jak powstała ocena ryzyka.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1091672" cy="1991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11760" cy="199136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6868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Wymagania niefunkcjonalne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4892040"/>
            <a:ext cx="1045159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Wydajność: skan rzędu setek ms, brak ciężkich zależności runtime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Przenośność: samodzielne binarki Linux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Rozszerzalność: nowy ekosystem = jeden trait   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Czytelne błędy konfiguracji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Biblioteka + trzy binarki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  (system Linux)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7784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4550664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confrisk-npm  (zależności npm)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86928" y="1783080"/>
            <a:ext cx="3453384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8369808" y="1783080"/>
            <a:ext cx="3087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confrisk-gradle  (zależności Gradle)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 wspólny sterownik CLI   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argumenty, render, kody wyjścia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52544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" name="Shape 15"/>
          <p:cNvSpPr/>
          <p:nvPr/>
        </p:nvSpPr>
        <p:spPr>
          <a:xfrm>
            <a:off x="4352544" y="324612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626864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26864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324612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Shape 19"/>
          <p:cNvSpPr/>
          <p:nvPr/>
        </p:nvSpPr>
        <p:spPr>
          <a:xfrm>
            <a:off x="8156448" y="324612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430768" y="341071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381304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+ lokalizacja konfiguracji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548640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822960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ryzyka i priorytetu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52544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9" name="Shape 27"/>
          <p:cNvSpPr/>
          <p:nvPr/>
        </p:nvSpPr>
        <p:spPr>
          <a:xfrm>
            <a:off x="4352544" y="4663440"/>
            <a:ext cx="82296" cy="1143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4626864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/ </a:t>
            </a:r>
            <a:r>
              <a:rPr lang="en-US" sz="16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gradle</a:t>
            </a: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r>
              <a:rPr lang="en-US" sz="16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26864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 ekosystemów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56448" y="4663440"/>
            <a:ext cx="3483864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3" name="Shape 31"/>
          <p:cNvSpPr/>
          <p:nvPr/>
        </p:nvSpPr>
        <p:spPr>
          <a:xfrm>
            <a:off x="8156448" y="4663440"/>
            <a:ext cx="82296" cy="114300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8430768" y="4828032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 / report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430768" y="523036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 systemu, raport HTML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RYZYKA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liczymy ryzyko i priorytet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14300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914400" y="199339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severity × asset × exposure × confidence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 risk ÷ effort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Wagi dotkliwości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3108960" cy="186537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11480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Mnożniki kontekstu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3520440"/>
          <a:ext cx="4754880" cy="15544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crown-jewel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923544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Pasma ryzyka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235440" y="3520440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0"/>
          <p:cNvSpPr/>
          <p:nvPr/>
        </p:nvSpPr>
        <p:spPr>
          <a:xfrm>
            <a:off x="9235440" y="3520440"/>
            <a:ext cx="109728" cy="47548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11"/>
          <p:cNvSpPr/>
          <p:nvPr/>
        </p:nvSpPr>
        <p:spPr>
          <a:xfrm>
            <a:off x="9436608" y="35204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607040" y="3520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9.0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235440" y="4087368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4"/>
          <p:cNvSpPr/>
          <p:nvPr/>
        </p:nvSpPr>
        <p:spPr>
          <a:xfrm>
            <a:off x="9235440" y="4087368"/>
            <a:ext cx="109728" cy="475488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5"/>
          <p:cNvSpPr/>
          <p:nvPr/>
        </p:nvSpPr>
        <p:spPr>
          <a:xfrm>
            <a:off x="9436608" y="4087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607040" y="408736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6.0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9235440" y="4654296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Shape 18"/>
          <p:cNvSpPr/>
          <p:nvPr/>
        </p:nvSpPr>
        <p:spPr>
          <a:xfrm>
            <a:off x="9235440" y="4654296"/>
            <a:ext cx="109728" cy="475488"/>
          </a:xfrm>
          <a:prstGeom prst="rect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Text 19"/>
          <p:cNvSpPr/>
          <p:nvPr/>
        </p:nvSpPr>
        <p:spPr>
          <a:xfrm>
            <a:off x="9436608" y="465429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607040" y="465429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3.5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235440" y="5221224"/>
            <a:ext cx="23774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6" name="Shape 22"/>
          <p:cNvSpPr/>
          <p:nvPr/>
        </p:nvSpPr>
        <p:spPr>
          <a:xfrm>
            <a:off x="9235440" y="5221224"/>
            <a:ext cx="109728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Text 23"/>
          <p:cNvSpPr/>
          <p:nvPr/>
        </p:nvSpPr>
        <p:spPr>
          <a:xfrm>
            <a:off x="9436608" y="522122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607040" y="522122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1.5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 sama podatność, różne ryzyko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Podatność „logowanie roota po SSH”: severity High (8.0), exposure internet-facing (1.25), confidence 0.99</a:t>
            </a:r>
            <a:endParaRPr lang="en-US" sz="15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228600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286000"/>
            <a:ext cx="4050792" cy="402336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7589520" y="2286000"/>
            <a:ext cx="82296" cy="4023360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7909560" y="246888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Wnioski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909560" y="2971800"/>
            <a:ext cx="3410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4.95 (medium): monitoruj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10.89 (critical): napraw natychmiast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crown-jewel → 12.87 (critical): najwyższy priorytet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909560" y="5029200"/>
            <a:ext cx="34107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9"/>
          <p:cNvSpPr/>
          <p:nvPr/>
        </p:nvSpPr>
        <p:spPr>
          <a:xfrm>
            <a:off x="7909560" y="5166360"/>
            <a:ext cx="3410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sam błąd — inny wpływ biznesowy zależnie od kontekstu.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KONFIGURACJA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Jedna zmienna: CONFRISK_CONFIG_DIR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Lokalizacja konfiguracji to jedno źródło prawdy. Ustawiona raz — respektowana przez wszystkie skanery.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777240" y="24597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777240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386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--config &lt;PATH&gt;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7157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flaga CLI — walidacja ścisła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548640" y="31729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777240" y="33009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2278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$CONFRISK_CONFIG_DIR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55701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zmienna środowiskowa — walidacja ścisła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14216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82296" cy="713232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772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ścieżki standardowe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439826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/etc/confrisk, ~/.config/confrisk, XDG…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855464"/>
            <a:ext cx="69494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 dirty="0"/>
          </a:p>
        </p:txBody>
      </p:sp>
      <p:sp>
        <p:nvSpPr>
          <p:cNvPr id="25" name="Shape 23"/>
          <p:cNvSpPr/>
          <p:nvPr/>
        </p:nvSpPr>
        <p:spPr>
          <a:xfrm>
            <a:off x="548640" y="4855464"/>
            <a:ext cx="82296" cy="71323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Shape 24"/>
          <p:cNvSpPr/>
          <p:nvPr/>
        </p:nvSpPr>
        <p:spPr>
          <a:xfrm>
            <a:off x="777240" y="4983480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7" name="Text 25"/>
          <p:cNvSpPr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49103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--out html / </a:t>
            </a:r>
            <a:r>
              <a:rPr lang="en-US" sz="1500" b="1" dirty="0" err="1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17320" y="5239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/>
              <a:t>Sterowalność</a:t>
            </a:r>
            <a:r>
              <a:rPr lang="en-US" sz="1250" dirty="0"/>
              <a:t> </a:t>
            </a:r>
            <a:r>
              <a:rPr lang="en-US" sz="1250" dirty="0" err="1"/>
              <a:t>outputu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772400" y="2331720"/>
            <a:ext cx="3867912" cy="3264408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8046720" y="24688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Produkcja / CI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046720" y="2880360"/>
            <a:ext cx="33649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CONFRISK_CONFIG_DIR=\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/etc/confrisk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confrisk-npm    --fail-on high 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confrisk-gradle --fail-on high \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--exit-code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npm i Gradle — wspólny kontrakt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2296" cy="4023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confrisk-npm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Sprawdzenie package.json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npm)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--json → podatności CVE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Pakiety nieaktualne (&gt; 5)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Dopasowanie wersji: regex + wildcard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317236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323076" y="1828800"/>
            <a:ext cx="82296" cy="4023360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64311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confrisk-gradle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43116" y="2560320"/>
            <a:ext cx="46771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build.gradle i build.gradle.kts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prosty 'grupa:artefakt:wersja'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DSL: ("grupa:artefakt:wersja")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Notacja mapowa group/name/version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Blocklista (ecosystem = maven)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Wyjście, integracja, kody CI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400800" cy="2651760"/>
          </a:xfrm>
          <a:prstGeom prst="rect">
            <a:avLst/>
          </a:prstGeom>
          <a:solidFill>
            <a:srgbClr val="0F2A43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Wyjście tekstowe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┌──────────────────────────────────────────┐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confrisk-npm — NPM Security Scan         │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└──────────────────────────────────────────┘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Critical: 0  High: 0  Medium: 0  Low: 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6400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formaty: </a:t>
            </a: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json, html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JSON → pipeline CI/CD; HTML → raport z przyciskiem „Napraw automatycznie”.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0" y="1828800"/>
            <a:ext cx="4325112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7315200" y="1828800"/>
            <a:ext cx="82296" cy="40690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7635240" y="201168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Kody wyjścia (CI / git hooks)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35240" y="2514600"/>
            <a:ext cx="3685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--fail-on &lt;poziom&gt;  +  --exit-code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1, gdy istnieje niezaliczony wynik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ryzyku ≥ próg.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zatrzymuje build lub commit.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35240" y="516636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Integracje: GitHub Actions, GitLab CI, Jenkins, Husky.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 HTML — jak powstaje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768096" y="200253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68096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1929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render() w report.rs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89888" y="22585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zbiera wyniki (ScoredFinding) i liczy podsumowanie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548640" y="2715768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768096" y="2843784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768096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89888" y="2770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Szablon HTML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389888" y="30998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wstrzyknięte do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jednego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pliku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raportowego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57016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548640" y="3557016"/>
            <a:ext cx="82296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7"/>
          <p:cNvSpPr/>
          <p:nvPr/>
        </p:nvSpPr>
        <p:spPr>
          <a:xfrm>
            <a:off x="768096" y="368503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768096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89888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Rozwijane sekcje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389888" y="39410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finding to &lt;details&gt;, sortowane po priorytecie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53492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4" name="Shape 22"/>
          <p:cNvSpPr/>
          <p:nvPr/>
        </p:nvSpPr>
        <p:spPr>
          <a:xfrm>
            <a:off x="548640" y="4398264"/>
            <a:ext cx="82296" cy="713232"/>
          </a:xfrm>
          <a:prstGeom prst="rect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Shape 23"/>
          <p:cNvSpPr/>
          <p:nvPr/>
        </p:nvSpPr>
        <p:spPr>
          <a:xfrm>
            <a:off x="768096" y="4526280"/>
            <a:ext cx="457200" cy="457200"/>
          </a:xfrm>
          <a:prstGeom prst="ellipse">
            <a:avLst/>
          </a:prstGeom>
          <a:solidFill>
            <a:srgbClr val="1D4E89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768096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89888" y="4453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Auto-fix + zapis --out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389888" y="47823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przycisk „Napraw” (komenda) i skrypt fix.sh; --format html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Wspólny dla 3 skanerów (confrisk, -npm, -gradle) — jeden plik, bez zależności.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1168" cy="420624"/>
          </a:xfrm>
          <a:prstGeom prst="roundRect">
            <a:avLst>
              <a:gd name="adj" fmla="val 27273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41248" y="4114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19200" y="913384"/>
            <a:ext cx="9926320" cy="5284216"/>
          </a:xfrm>
          <a:prstGeom prst="rect">
            <a:avLst/>
          </a:prstGeom>
          <a:solidFill>
            <a:srgbClr val="10243A"/>
          </a:solidFill>
          <a:ln w="19050">
            <a:solidFill>
              <a:srgbClr val="00A896"/>
            </a:solidFill>
            <a:prstDash val="solid"/>
          </a:ln>
          <a:effectLst>
            <a:outerShdw blurRad="114300" dist="38100" dir="8100000" algn="bl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1219200" y="944880"/>
            <a:ext cx="9926320" cy="310896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381760" y="1043539"/>
            <a:ext cx="128016" cy="128016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1619504" y="1043539"/>
            <a:ext cx="128016" cy="128016"/>
          </a:xfrm>
          <a:prstGeom prst="ellipse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1857248" y="1043539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3164840" y="96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8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confrisk — demo.mp4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33720" y="3080004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Podsumowanie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1097280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Kontekstowość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zależne od zasobu i ekspozycji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148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6277356" y="2148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551676" y="2276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Sterowanie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konfiguracją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80276" y="2651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reguły przez JSON, bez rekompilacji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2"/>
          <p:cNvSpPr/>
          <p:nvPr/>
        </p:nvSpPr>
        <p:spPr>
          <a:xfrm>
            <a:off x="822960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1097280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Spójna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lokalizacja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zmienna środowiskowa + fallbacki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7356" y="3291840"/>
            <a:ext cx="5088636" cy="960120"/>
          </a:xfrm>
          <a:prstGeom prst="rect">
            <a:avLst/>
          </a:prstGeom>
          <a:solidFill>
            <a:srgbClr val="16395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6277356" y="3291840"/>
            <a:ext cx="82296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6551676" y="3419856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Czysta</a:t>
            </a: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separacja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80276" y="379476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Scanner i wspólny sterownik CLI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4754880"/>
            <a:ext cx="1054303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82296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Dalszy rozwój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2578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Kolejne skanery (pip, gem, cargo, Maven)  •  format SARIF (GitHub Security)  •  pulpit webowy z agregacją wyników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998</Words>
  <Application>Microsoft Macintosh PowerPoint</Application>
  <PresentationFormat>Panoramiczny</PresentationFormat>
  <Paragraphs>235</Paragraphs>
  <Slides>14</Slides>
  <Notes>14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confrisk — prezentacja</dc:title>
  <dc:subject>PptxGenJS Presentation</dc:subject>
  <dc:creator>confrisk</dc:creator>
  <cp:lastModifiedBy>Mateusz Jamróz</cp:lastModifiedBy>
  <cp:revision>2</cp:revision>
  <dcterms:created xsi:type="dcterms:W3CDTF">2026-06-10T15:30:44Z</dcterms:created>
  <dcterms:modified xsi:type="dcterms:W3CDTF">2026-06-10T18:09:50Z</dcterms:modified>
</cp:coreProperties>
</file>